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301" r:id="rId3"/>
    <p:sldId id="302" r:id="rId4"/>
  </p:sldIdLst>
  <p:sldSz cx="12192000" cy="6858000"/>
  <p:notesSz cx="6858000" cy="9144000"/>
  <p:embeddedFontLst>
    <p:embeddedFont>
      <p:font typeface="나눔스퀘어OTF" panose="020B0600000101010101" pitchFamily="34" charset="-127"/>
      <p:regular r:id="rId5"/>
    </p:embeddedFont>
    <p:embeddedFont>
      <p:font typeface="나눔스퀘어OTF ExtraBold" panose="020B0600000101010101" pitchFamily="34" charset="-127"/>
      <p:bold r:id="rId6"/>
    </p:embeddedFont>
    <p:embeddedFont>
      <p:font typeface="나눔스퀘어OTF_ac Bold" panose="020B0600000101010101" pitchFamily="34" charset="-127"/>
      <p:bold r:id="rId7"/>
    </p:embeddedFont>
    <p:embeddedFont>
      <p:font typeface="나눔스퀘어OTF_ac ExtraBold" panose="020B0600000101010101" pitchFamily="34" charset="-127"/>
      <p:bold r:id="rId8"/>
    </p:embeddedFont>
    <p:embeddedFont>
      <p:font typeface="맑은 고딕" panose="020B0503020000020004" pitchFamily="50" charset="-127"/>
      <p:regular r:id="rId9"/>
      <p:bold r:id="rId10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3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>
      <p:cViewPr>
        <p:scale>
          <a:sx n="75" d="100"/>
          <a:sy n="75" d="100"/>
        </p:scale>
        <p:origin x="1362" y="7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presProps" Target="presProps.xml"/><Relationship Id="rId5" Type="http://schemas.openxmlformats.org/officeDocument/2006/relationships/font" Target="fonts/font1.fntdata"/><Relationship Id="rId10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font" Target="fonts/font5.fntdata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0B653-FC61-16F5-4979-864FEB38BC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E5E956-AE38-CD7A-2867-3F15C98660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8DC71D-814D-179D-8B67-BCEB6BB14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DA3537C-94E0-A748-B4AE-658DDBFA7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A858CD-79FE-F5E4-2704-9F72B9225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781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D240D8-27CB-3F08-4E38-2A54A87BD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3725D5-AAD0-DD29-18B2-B55D45DD1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6131AF4-A025-5DC4-4691-C519D1086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5D34D5C-65BC-3EE6-1523-9F7554AEC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2439DC-1ED4-5260-3E6C-1E5B70DC0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36465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92652D-FC63-DBCF-3E35-B9264C99E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0687FE2-8BE7-E909-FDB6-EDBAF3348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58FC849-30E1-7863-CCC9-836BBD6AF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089674-A184-B8B6-B1D1-96C8355F9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DA91A3-C113-8A90-0EB4-6E3DD877B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1684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A6194C-3BA5-6702-BAC4-65FE17462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66FC1D-FB36-E55D-D13F-9EC71501B8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205F4A-F71E-6696-EF42-EAD68732AF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05EA9A-6830-8032-CEA5-B54D2A354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9B817D6-7DCE-EC60-4FE7-009F5A86A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D2118FD-242D-0F89-A210-FEA012554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56641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7D99DB-31ED-641B-8CB8-E6A2D75328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C9DA4AB-E02F-D90B-C4B9-5AAF20A27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F17B880-49FF-BEE6-9B87-EB41D5D5B5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234298F-97DB-8662-821C-4A922F94C5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9BAE530-800A-A687-0850-0BBA90B258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9048BD-2368-BD54-DCDB-ACFFF79101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B50C7A1-3740-8B84-B12A-B7EE2A9D76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55E5A26-070E-9FE1-4793-69D54664A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3453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E8C305-A77E-809C-268E-E049AD555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93E0687-0B94-01DC-64A4-21BEEF55A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5D5D8E6-12CC-0F2B-F121-E50CBF248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48C5301-D53D-AA86-7822-8B69A1273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9838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1BF56A1-F570-0CD0-ABE1-CE8A16208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37E8456-CF79-B210-65D7-C77A62E75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89B147-D2E9-EB52-F548-1222ECACF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578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EECCDA-343E-C524-2C48-97C30CDB7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2DFD01-FC23-7FD6-FDF4-8ABB375D1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D517206-3184-17C9-9708-824DEFCDE9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191AC2-B45E-8462-29F4-86F389CFD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0CC7966-E4F2-3D38-7E8D-29A8F129F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EE9B53-B6A8-B9AE-FFF4-3E56B012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86333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2D0532-EAE5-B55B-4B3C-F44DDF2D7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DAEA873-4A8F-B0A8-941E-DE5FD6D99D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EB7E84-DACC-0121-2B6E-D7E710EB2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92A27B-1323-5849-D673-5142E4375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740ECF3-F0D8-6804-8FCA-A212D804E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68A1A4B-86A4-F71C-B523-A2EC3B7CA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6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E7662E-ABAC-BE6F-BFDF-FF428C2A2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C9F9410-B7ED-EB34-994C-10DF14756D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EF8FD0-AF26-14EA-07F4-C5A842F96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E0D5A0-9D17-8460-668D-0B1A4CBC73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85258A3-6FF0-F552-F898-0DA16EB7F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0294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5BC4210-4053-4FA0-17A7-F57836D2FD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6C88DD0-64F5-4302-1CB0-B7CD4EA721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A5298DA-1DCF-B134-ADD3-81C4C309E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9E6840-2A55-4A98-EFB2-0A3A4A99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9E8210-E6FB-CA3A-D290-2E7B2F2CD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9642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181F098-9C7B-507F-B6F2-5BB60274D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BC249DF-0598-A86B-8586-51229AD627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1BC6A3-E4D4-55D8-7673-35ED3A0C1D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918B78-3314-45B9-B4CA-C8DAD1F12BDF}" type="datetimeFigureOut">
              <a:rPr lang="ko-KR" altLang="en-US" smtClean="0"/>
              <a:t>2026-01-08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AF23ED4-2577-609A-1079-20AE21A7A7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AB2545B-012A-6FC7-FD58-01C986ED32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2CB0C9-08E7-41B9-B75C-3AEF54BEE66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4608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E3123A-6DF1-F88A-2BFC-9AD42149E51E}"/>
              </a:ext>
            </a:extLst>
          </p:cNvPr>
          <p:cNvSpPr txBox="1"/>
          <p:nvPr/>
        </p:nvSpPr>
        <p:spPr>
          <a:xfrm>
            <a:off x="10639672" y="6149400"/>
            <a:ext cx="14189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ko-KR" altLang="en-US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게임공학과</a:t>
            </a:r>
            <a:endParaRPr lang="en-US" altLang="ko-KR" sz="1600" dirty="0">
              <a:latin typeface="나눔스퀘어OTF" panose="020B0600000101010101" pitchFamily="34" charset="-127"/>
              <a:ea typeface="나눔스퀘어OTF" panose="020B0600000101010101" pitchFamily="34" charset="-127"/>
            </a:endParaRPr>
          </a:p>
          <a:p>
            <a:pPr algn="r"/>
            <a:r>
              <a:rPr lang="en-US" altLang="ko-KR" sz="1600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2021180002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943950-9233-7EA6-0D16-544D5961A1C1}"/>
              </a:ext>
            </a:extLst>
          </p:cNvPr>
          <p:cNvSpPr txBox="1"/>
          <p:nvPr/>
        </p:nvSpPr>
        <p:spPr>
          <a:xfrm>
            <a:off x="10674077" y="5780068"/>
            <a:ext cx="1350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ko-KR" altLang="en-US" dirty="0">
                <a:latin typeface="나눔스퀘어OTF_ac ExtraBold" panose="020B0600000101010101" pitchFamily="34" charset="-127"/>
                <a:ea typeface="나눔스퀘어OTF_ac ExtraBold" panose="020B0600000101010101" pitchFamily="34" charset="-127"/>
              </a:rPr>
              <a:t>고서연</a:t>
            </a:r>
            <a:endParaRPr lang="en-US" altLang="ko-KR" dirty="0">
              <a:latin typeface="나눔스퀘어OTF_ac ExtraBold" panose="020B0600000101010101" pitchFamily="34" charset="-127"/>
              <a:ea typeface="나눔스퀘어OTF_ac ExtraBold" panose="020B0600000101010101" pitchFamily="34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08A856-4025-AAD1-5D23-0B682F5F41D7}"/>
              </a:ext>
            </a:extLst>
          </p:cNvPr>
          <p:cNvSpPr txBox="1"/>
          <p:nvPr/>
        </p:nvSpPr>
        <p:spPr>
          <a:xfrm>
            <a:off x="5554826" y="139184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졸업 논문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B3E688-BAA4-CE86-C61A-AD6F09C231C2}"/>
              </a:ext>
            </a:extLst>
          </p:cNvPr>
          <p:cNvSpPr txBox="1"/>
          <p:nvPr/>
        </p:nvSpPr>
        <p:spPr>
          <a:xfrm>
            <a:off x="2320104" y="1659284"/>
            <a:ext cx="75517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" panose="020B0600000101010101" pitchFamily="34" charset="-127"/>
                <a:ea typeface="나눔스퀘어OTF" panose="020B0600000101010101" pitchFamily="34" charset="-127"/>
                <a:cs typeface="+mn-cs"/>
              </a:rPr>
              <a:t>레이드형 </a:t>
            </a: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" panose="020B0600000101010101" pitchFamily="34" charset="-127"/>
                <a:ea typeface="나눔스퀘어OTF" panose="020B0600000101010101" pitchFamily="34" charset="-127"/>
                <a:cs typeface="+mn-cs"/>
              </a:rPr>
              <a:t>턴제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" panose="020B0600000101010101" pitchFamily="34" charset="-127"/>
                <a:ea typeface="나눔스퀘어OTF" panose="020B0600000101010101" pitchFamily="34" charset="-127"/>
                <a:cs typeface="+mn-cs"/>
              </a:rPr>
              <a:t> 게임에서 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나눔스퀘어OTF" panose="020B0600000101010101" pitchFamily="34" charset="-127"/>
              <a:ea typeface="나눔스퀘어OTF" panose="020B0600000101010101" pitchFamily="34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" panose="020B0600000101010101" pitchFamily="34" charset="-127"/>
                <a:ea typeface="나눔스퀘어OTF" panose="020B0600000101010101" pitchFamily="34" charset="-127"/>
                <a:cs typeface="+mn-cs"/>
              </a:rPr>
              <a:t>플레이어의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나눔스퀘어OTF" panose="020B0600000101010101" pitchFamily="34" charset="-127"/>
                <a:ea typeface="나눔스퀘어OTF" panose="020B0600000101010101" pitchFamily="34" charset="-127"/>
                <a:cs typeface="+mn-cs"/>
              </a:rPr>
              <a:t>전략 수렴 과정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나눔스퀘어OTF" panose="020B0600000101010101" pitchFamily="34" charset="-127"/>
                <a:ea typeface="나눔스퀘어OTF" panose="020B0600000101010101" pitchFamily="34" charset="-127"/>
                <a:cs typeface="+mn-cs"/>
              </a:rPr>
              <a:t>에 관한 연구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나눔스퀘어OTF" panose="020B0600000101010101" pitchFamily="34" charset="-127"/>
              <a:ea typeface="나눔스퀘어OTF" panose="020B0600000101010101" pitchFamily="34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F882A78-0C13-27DD-8CE2-036F518CCFBC}"/>
              </a:ext>
            </a:extLst>
          </p:cNvPr>
          <p:cNvSpPr txBox="1"/>
          <p:nvPr/>
        </p:nvSpPr>
        <p:spPr>
          <a:xfrm>
            <a:off x="5554826" y="6364843"/>
            <a:ext cx="10823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latin typeface="나눔스퀘어OTF" panose="020B0600000101010101" pitchFamily="34" charset="-127"/>
                <a:ea typeface="나눔스퀘어OTF" panose="020B0600000101010101" pitchFamily="34" charset="-127"/>
              </a:rPr>
              <a:t>연구 자료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C486B3-C9C5-10F1-D43E-B2E9395E0DBD}"/>
              </a:ext>
            </a:extLst>
          </p:cNvPr>
          <p:cNvSpPr txBox="1"/>
          <p:nvPr/>
        </p:nvSpPr>
        <p:spPr>
          <a:xfrm>
            <a:off x="4807826" y="3013501"/>
            <a:ext cx="257634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dirty="0">
                <a:latin typeface="나눔스퀘어OTF ExtraBold" panose="020B0600000101010101" pitchFamily="34" charset="-127"/>
                <a:ea typeface="나눔스퀘어OTF ExtraBold" panose="020B0600000101010101" pitchFamily="34" charset="-127"/>
              </a:rPr>
              <a:t>맵 디자인</a:t>
            </a:r>
          </a:p>
        </p:txBody>
      </p:sp>
    </p:spTree>
    <p:extLst>
      <p:ext uri="{BB962C8B-B14F-4D97-AF65-F5344CB8AC3E}">
        <p14:creationId xmlns:p14="http://schemas.microsoft.com/office/powerpoint/2010/main" val="1398130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769FA-701B-5F1E-AC1D-457D99881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91">
            <a:extLst>
              <a:ext uri="{FF2B5EF4-FFF2-40B4-BE49-F238E27FC236}">
                <a16:creationId xmlns:a16="http://schemas.microsoft.com/office/drawing/2014/main" id="{4C738CF3-E062-6742-78C2-7F92A6F566F8}"/>
              </a:ext>
            </a:extLst>
          </p:cNvPr>
          <p:cNvSpPr txBox="1"/>
          <p:nvPr/>
        </p:nvSpPr>
        <p:spPr>
          <a:xfrm>
            <a:off x="5076628" y="207473"/>
            <a:ext cx="2038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맵 후보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7B697C53-3D06-166A-2AFD-926701CC588F}"/>
              </a:ext>
            </a:extLst>
          </p:cNvPr>
          <p:cNvGrpSpPr/>
          <p:nvPr/>
        </p:nvGrpSpPr>
        <p:grpSpPr>
          <a:xfrm>
            <a:off x="4792133" y="2125132"/>
            <a:ext cx="2607734" cy="2607736"/>
            <a:chOff x="4227909" y="3023409"/>
            <a:chExt cx="2607734" cy="2607736"/>
          </a:xfrm>
        </p:grpSpPr>
        <p:sp>
          <p:nvSpPr>
            <p:cNvPr id="72" name="직사각형 71">
              <a:extLst>
                <a:ext uri="{FF2B5EF4-FFF2-40B4-BE49-F238E27FC236}">
                  <a16:creationId xmlns:a16="http://schemas.microsoft.com/office/drawing/2014/main" id="{C643B170-356E-27A5-5DCB-4F803296471E}"/>
                </a:ext>
              </a:extLst>
            </p:cNvPr>
            <p:cNvSpPr/>
            <p:nvPr/>
          </p:nvSpPr>
          <p:spPr>
            <a:xfrm>
              <a:off x="5271004" y="3023409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4DE9C42E-1294-F725-CC51-4153C71EF018}"/>
                </a:ext>
              </a:extLst>
            </p:cNvPr>
            <p:cNvSpPr/>
            <p:nvPr/>
          </p:nvSpPr>
          <p:spPr>
            <a:xfrm>
              <a:off x="4749457" y="3544957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D2F3A4B3-EEBB-8573-E02B-118D9FABFBC8}"/>
                </a:ext>
              </a:extLst>
            </p:cNvPr>
            <p:cNvSpPr/>
            <p:nvPr/>
          </p:nvSpPr>
          <p:spPr>
            <a:xfrm>
              <a:off x="4227909" y="3544957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81A5CEB6-4B29-C1A5-1B2E-CD88EE549449}"/>
                </a:ext>
              </a:extLst>
            </p:cNvPr>
            <p:cNvSpPr/>
            <p:nvPr/>
          </p:nvSpPr>
          <p:spPr>
            <a:xfrm>
              <a:off x="4227909" y="4066504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6" name="직사각형 75">
              <a:extLst>
                <a:ext uri="{FF2B5EF4-FFF2-40B4-BE49-F238E27FC236}">
                  <a16:creationId xmlns:a16="http://schemas.microsoft.com/office/drawing/2014/main" id="{8D5A183D-B0B5-FFC4-C0DA-22272420AAEE}"/>
                </a:ext>
              </a:extLst>
            </p:cNvPr>
            <p:cNvSpPr/>
            <p:nvPr/>
          </p:nvSpPr>
          <p:spPr>
            <a:xfrm>
              <a:off x="4227909" y="5109598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3557DE95-91CE-925E-E786-CC1219DBB872}"/>
                </a:ext>
              </a:extLst>
            </p:cNvPr>
            <p:cNvSpPr/>
            <p:nvPr/>
          </p:nvSpPr>
          <p:spPr>
            <a:xfrm>
              <a:off x="5792550" y="3023626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97AC49A2-D9EE-C413-8EBB-B877D6B950EE}"/>
                </a:ext>
              </a:extLst>
            </p:cNvPr>
            <p:cNvSpPr/>
            <p:nvPr/>
          </p:nvSpPr>
          <p:spPr>
            <a:xfrm>
              <a:off x="4749457" y="3023409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9" name="직사각형 78">
              <a:extLst>
                <a:ext uri="{FF2B5EF4-FFF2-40B4-BE49-F238E27FC236}">
                  <a16:creationId xmlns:a16="http://schemas.microsoft.com/office/drawing/2014/main" id="{639D89A0-5E55-DC37-3A21-C54A5AAC9653}"/>
                </a:ext>
              </a:extLst>
            </p:cNvPr>
            <p:cNvSpPr/>
            <p:nvPr/>
          </p:nvSpPr>
          <p:spPr>
            <a:xfrm>
              <a:off x="6314095" y="3023409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0" name="직사각형 79">
              <a:extLst>
                <a:ext uri="{FF2B5EF4-FFF2-40B4-BE49-F238E27FC236}">
                  <a16:creationId xmlns:a16="http://schemas.microsoft.com/office/drawing/2014/main" id="{6B2D9DBF-C02B-5924-EC74-907C5DDF1C50}"/>
                </a:ext>
              </a:extLst>
            </p:cNvPr>
            <p:cNvSpPr/>
            <p:nvPr/>
          </p:nvSpPr>
          <p:spPr>
            <a:xfrm>
              <a:off x="6314085" y="4579342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1" name="직사각형 80">
              <a:extLst>
                <a:ext uri="{FF2B5EF4-FFF2-40B4-BE49-F238E27FC236}">
                  <a16:creationId xmlns:a16="http://schemas.microsoft.com/office/drawing/2014/main" id="{668C95A6-9C1B-292E-867E-6942263A0D9C}"/>
                </a:ext>
              </a:extLst>
            </p:cNvPr>
            <p:cNvSpPr/>
            <p:nvPr/>
          </p:nvSpPr>
          <p:spPr>
            <a:xfrm>
              <a:off x="6314093" y="3542359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307A43E9-596B-1EF7-473D-EB7E56FAB35C}"/>
                </a:ext>
              </a:extLst>
            </p:cNvPr>
            <p:cNvSpPr/>
            <p:nvPr/>
          </p:nvSpPr>
          <p:spPr>
            <a:xfrm>
              <a:off x="5271004" y="5109598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9C4E3E30-D7CA-0974-E535-4F0329D1BEC2}"/>
                </a:ext>
              </a:extLst>
            </p:cNvPr>
            <p:cNvSpPr/>
            <p:nvPr/>
          </p:nvSpPr>
          <p:spPr>
            <a:xfrm>
              <a:off x="4749457" y="5109598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4" name="직사각형 83">
              <a:extLst>
                <a:ext uri="{FF2B5EF4-FFF2-40B4-BE49-F238E27FC236}">
                  <a16:creationId xmlns:a16="http://schemas.microsoft.com/office/drawing/2014/main" id="{98773513-EE5C-C354-CE7D-3DE2B5ADC91F}"/>
                </a:ext>
              </a:extLst>
            </p:cNvPr>
            <p:cNvSpPr/>
            <p:nvPr/>
          </p:nvSpPr>
          <p:spPr>
            <a:xfrm>
              <a:off x="4227909" y="4582855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2791AD14-CC42-801B-A9A5-329750087927}"/>
                </a:ext>
              </a:extLst>
            </p:cNvPr>
            <p:cNvSpPr/>
            <p:nvPr/>
          </p:nvSpPr>
          <p:spPr>
            <a:xfrm>
              <a:off x="5792545" y="4590648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6" name="직사각형 85">
              <a:extLst>
                <a:ext uri="{FF2B5EF4-FFF2-40B4-BE49-F238E27FC236}">
                  <a16:creationId xmlns:a16="http://schemas.microsoft.com/office/drawing/2014/main" id="{673728FB-B63C-F39E-A671-BF1378ACD99F}"/>
                </a:ext>
              </a:extLst>
            </p:cNvPr>
            <p:cNvSpPr/>
            <p:nvPr/>
          </p:nvSpPr>
          <p:spPr>
            <a:xfrm>
              <a:off x="5792551" y="5109598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1DEA16F6-92BA-EDBB-18A2-335E477512FF}"/>
                </a:ext>
              </a:extLst>
            </p:cNvPr>
            <p:cNvSpPr/>
            <p:nvPr/>
          </p:nvSpPr>
          <p:spPr>
            <a:xfrm>
              <a:off x="6314093" y="4058711"/>
              <a:ext cx="521548" cy="521547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50C44C0D-F518-27F5-82AF-9AB60CC2C404}"/>
                </a:ext>
              </a:extLst>
            </p:cNvPr>
            <p:cNvSpPr/>
            <p:nvPr/>
          </p:nvSpPr>
          <p:spPr>
            <a:xfrm>
              <a:off x="4749457" y="3542359"/>
              <a:ext cx="1564620" cy="1567022"/>
            </a:xfrm>
            <a:prstGeom prst="rect">
              <a:avLst/>
            </a:prstGeom>
            <a:solidFill>
              <a:srgbClr val="FF0000">
                <a:alpha val="22000"/>
              </a:srgbClr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144443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30700-ECB4-B85F-B7DF-C826C0E74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Box 91">
            <a:extLst>
              <a:ext uri="{FF2B5EF4-FFF2-40B4-BE49-F238E27FC236}">
                <a16:creationId xmlns:a16="http://schemas.microsoft.com/office/drawing/2014/main" id="{8425F531-6838-BF10-A48A-CFA4D48C834B}"/>
              </a:ext>
            </a:extLst>
          </p:cNvPr>
          <p:cNvSpPr txBox="1"/>
          <p:nvPr/>
        </p:nvSpPr>
        <p:spPr>
          <a:xfrm>
            <a:off x="5076628" y="207473"/>
            <a:ext cx="20387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latin typeface="나눔스퀘어OTF_ac Bold" panose="020B0600000101010101" pitchFamily="34" charset="-127"/>
                <a:ea typeface="나눔스퀘어OTF_ac Bold" panose="020B0600000101010101" pitchFamily="34" charset="-127"/>
              </a:rPr>
              <a:t>맵 후보</a:t>
            </a:r>
          </a:p>
        </p:txBody>
      </p:sp>
      <p:grpSp>
        <p:nvGrpSpPr>
          <p:cNvPr id="135" name="그룹 134">
            <a:extLst>
              <a:ext uri="{FF2B5EF4-FFF2-40B4-BE49-F238E27FC236}">
                <a16:creationId xmlns:a16="http://schemas.microsoft.com/office/drawing/2014/main" id="{48308D64-BAA3-37FC-D413-BD82BF5311AE}"/>
              </a:ext>
            </a:extLst>
          </p:cNvPr>
          <p:cNvGrpSpPr/>
          <p:nvPr/>
        </p:nvGrpSpPr>
        <p:grpSpPr>
          <a:xfrm>
            <a:off x="1883747" y="1110786"/>
            <a:ext cx="8424505" cy="5390494"/>
            <a:chOff x="1710095" y="1237786"/>
            <a:chExt cx="9774056" cy="6254016"/>
          </a:xfrm>
        </p:grpSpPr>
        <p:grpSp>
          <p:nvGrpSpPr>
            <p:cNvPr id="22" name="그룹 21">
              <a:extLst>
                <a:ext uri="{FF2B5EF4-FFF2-40B4-BE49-F238E27FC236}">
                  <a16:creationId xmlns:a16="http://schemas.microsoft.com/office/drawing/2014/main" id="{C4A49D49-7B90-504B-E628-4BF698C56675}"/>
                </a:ext>
              </a:extLst>
            </p:cNvPr>
            <p:cNvGrpSpPr/>
            <p:nvPr/>
          </p:nvGrpSpPr>
          <p:grpSpPr>
            <a:xfrm>
              <a:off x="1970879" y="1237786"/>
              <a:ext cx="2607736" cy="2607629"/>
              <a:chOff x="4768399" y="2251774"/>
              <a:chExt cx="2607736" cy="2607629"/>
            </a:xfrm>
          </p:grpSpPr>
          <p:sp>
            <p:nvSpPr>
              <p:cNvPr id="5" name="직사각형 4">
                <a:extLst>
                  <a:ext uri="{FF2B5EF4-FFF2-40B4-BE49-F238E27FC236}">
                    <a16:creationId xmlns:a16="http://schemas.microsoft.com/office/drawing/2014/main" id="{893BA462-4B31-088A-5D9F-1934D808F687}"/>
                  </a:ext>
                </a:extLst>
              </p:cNvPr>
              <p:cNvSpPr/>
              <p:nvPr/>
            </p:nvSpPr>
            <p:spPr>
              <a:xfrm>
                <a:off x="5811499" y="225188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CFEA208F-13A6-7FE6-F114-335BF2092233}"/>
                  </a:ext>
                </a:extLst>
              </p:cNvPr>
              <p:cNvSpPr/>
              <p:nvPr/>
            </p:nvSpPr>
            <p:spPr>
              <a:xfrm>
                <a:off x="4768400" y="225177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EFB7ECD4-D8F5-EE5D-C197-B960D1851215}"/>
                  </a:ext>
                </a:extLst>
              </p:cNvPr>
              <p:cNvSpPr/>
              <p:nvPr/>
            </p:nvSpPr>
            <p:spPr>
              <a:xfrm>
                <a:off x="4768404" y="2773432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6916B24D-66DB-C454-D934-373BD0C4879D}"/>
                  </a:ext>
                </a:extLst>
              </p:cNvPr>
              <p:cNvSpPr/>
              <p:nvPr/>
            </p:nvSpPr>
            <p:spPr>
              <a:xfrm>
                <a:off x="6333045" y="2252101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8F43A4D0-D6E2-990E-95EA-D6342D887C94}"/>
                  </a:ext>
                </a:extLst>
              </p:cNvPr>
              <p:cNvSpPr/>
              <p:nvPr/>
            </p:nvSpPr>
            <p:spPr>
              <a:xfrm>
                <a:off x="5289952" y="225188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6B864EE3-4C87-56E7-FDC2-EECE0349F7B5}"/>
                  </a:ext>
                </a:extLst>
              </p:cNvPr>
              <p:cNvSpPr/>
              <p:nvPr/>
            </p:nvSpPr>
            <p:spPr>
              <a:xfrm>
                <a:off x="6333034" y="3294543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001CEE3A-4253-F4BC-91BA-C618DB8DC676}"/>
                  </a:ext>
                </a:extLst>
              </p:cNvPr>
              <p:cNvSpPr/>
              <p:nvPr/>
            </p:nvSpPr>
            <p:spPr>
              <a:xfrm>
                <a:off x="6333045" y="2773432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A8C4F26A-7491-08C2-A793-14923CE0A97F}"/>
                  </a:ext>
                </a:extLst>
              </p:cNvPr>
              <p:cNvSpPr/>
              <p:nvPr/>
            </p:nvSpPr>
            <p:spPr>
              <a:xfrm>
                <a:off x="5811498" y="4337856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62A7965D-E28F-8356-68AB-8BF69FECE671}"/>
                  </a:ext>
                </a:extLst>
              </p:cNvPr>
              <p:cNvSpPr/>
              <p:nvPr/>
            </p:nvSpPr>
            <p:spPr>
              <a:xfrm>
                <a:off x="4768399" y="433698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4" name="직사각형 13">
                <a:extLst>
                  <a:ext uri="{FF2B5EF4-FFF2-40B4-BE49-F238E27FC236}">
                    <a16:creationId xmlns:a16="http://schemas.microsoft.com/office/drawing/2014/main" id="{92AFDF43-D132-C3BC-9DAB-985A6937D2DA}"/>
                  </a:ext>
                </a:extLst>
              </p:cNvPr>
              <p:cNvSpPr/>
              <p:nvPr/>
            </p:nvSpPr>
            <p:spPr>
              <a:xfrm>
                <a:off x="4768403" y="3816308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5" name="직사각형 14">
                <a:extLst>
                  <a:ext uri="{FF2B5EF4-FFF2-40B4-BE49-F238E27FC236}">
                    <a16:creationId xmlns:a16="http://schemas.microsoft.com/office/drawing/2014/main" id="{137EE8DC-975A-667A-7DF6-16BE65D5E53A}"/>
                  </a:ext>
                </a:extLst>
              </p:cNvPr>
              <p:cNvSpPr/>
              <p:nvPr/>
            </p:nvSpPr>
            <p:spPr>
              <a:xfrm>
                <a:off x="6333044" y="4337639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719F6011-0410-B08D-4B7A-F22C22DD57B0}"/>
                  </a:ext>
                </a:extLst>
              </p:cNvPr>
              <p:cNvSpPr/>
              <p:nvPr/>
            </p:nvSpPr>
            <p:spPr>
              <a:xfrm>
                <a:off x="5289951" y="4337856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7" name="직사각형 16">
                <a:extLst>
                  <a:ext uri="{FF2B5EF4-FFF2-40B4-BE49-F238E27FC236}">
                    <a16:creationId xmlns:a16="http://schemas.microsoft.com/office/drawing/2014/main" id="{4728C171-4400-83AA-899D-3DE2C4F426E7}"/>
                  </a:ext>
                </a:extLst>
              </p:cNvPr>
              <p:cNvSpPr/>
              <p:nvPr/>
            </p:nvSpPr>
            <p:spPr>
              <a:xfrm>
                <a:off x="6854587" y="3816309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8" name="직사각형 17">
                <a:extLst>
                  <a:ext uri="{FF2B5EF4-FFF2-40B4-BE49-F238E27FC236}">
                    <a16:creationId xmlns:a16="http://schemas.microsoft.com/office/drawing/2014/main" id="{028A3DFA-9863-3DD1-F6BC-B5C7B298E73A}"/>
                  </a:ext>
                </a:extLst>
              </p:cNvPr>
              <p:cNvSpPr/>
              <p:nvPr/>
            </p:nvSpPr>
            <p:spPr>
              <a:xfrm>
                <a:off x="4768401" y="3294760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358EAA2C-71D1-D647-70C7-B65328D24040}"/>
                  </a:ext>
                </a:extLst>
              </p:cNvPr>
              <p:cNvSpPr/>
              <p:nvPr/>
            </p:nvSpPr>
            <p:spPr>
              <a:xfrm>
                <a:off x="6854585" y="329454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9D783447-8C10-80B4-A465-95989E393576}"/>
                  </a:ext>
                </a:extLst>
              </p:cNvPr>
              <p:cNvSpPr/>
              <p:nvPr/>
            </p:nvSpPr>
            <p:spPr>
              <a:xfrm>
                <a:off x="6854585" y="4336985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1" name="직사각형 20">
                <a:extLst>
                  <a:ext uri="{FF2B5EF4-FFF2-40B4-BE49-F238E27FC236}">
                    <a16:creationId xmlns:a16="http://schemas.microsoft.com/office/drawing/2014/main" id="{9C9CF352-4426-5B5F-312A-17817B81C198}"/>
                  </a:ext>
                </a:extLst>
              </p:cNvPr>
              <p:cNvSpPr/>
              <p:nvPr/>
            </p:nvSpPr>
            <p:spPr>
              <a:xfrm>
                <a:off x="5289938" y="2773321"/>
                <a:ext cx="1564642" cy="1559230"/>
              </a:xfrm>
              <a:prstGeom prst="rect">
                <a:avLst/>
              </a:prstGeom>
              <a:solidFill>
                <a:srgbClr val="FF0000">
                  <a:alpha val="19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7BFA1A15-0E49-3D83-909A-F3862FC3774F}"/>
                </a:ext>
              </a:extLst>
            </p:cNvPr>
            <p:cNvGrpSpPr/>
            <p:nvPr/>
          </p:nvGrpSpPr>
          <p:grpSpPr>
            <a:xfrm>
              <a:off x="5329714" y="1267968"/>
              <a:ext cx="2607736" cy="2607629"/>
              <a:chOff x="4768399" y="2251774"/>
              <a:chExt cx="2607736" cy="2607629"/>
            </a:xfrm>
          </p:grpSpPr>
          <p:sp>
            <p:nvSpPr>
              <p:cNvPr id="23" name="직사각형 22">
                <a:extLst>
                  <a:ext uri="{FF2B5EF4-FFF2-40B4-BE49-F238E27FC236}">
                    <a16:creationId xmlns:a16="http://schemas.microsoft.com/office/drawing/2014/main" id="{7ABA38EC-7173-79C3-5D42-DCBDC729C60F}"/>
                  </a:ext>
                </a:extLst>
              </p:cNvPr>
              <p:cNvSpPr/>
              <p:nvPr/>
            </p:nvSpPr>
            <p:spPr>
              <a:xfrm>
                <a:off x="5811499" y="225188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4" name="직사각형 23">
                <a:extLst>
                  <a:ext uri="{FF2B5EF4-FFF2-40B4-BE49-F238E27FC236}">
                    <a16:creationId xmlns:a16="http://schemas.microsoft.com/office/drawing/2014/main" id="{559CCDAC-696D-2A18-6583-E4BB1F5AC6D1}"/>
                  </a:ext>
                </a:extLst>
              </p:cNvPr>
              <p:cNvSpPr/>
              <p:nvPr/>
            </p:nvSpPr>
            <p:spPr>
              <a:xfrm>
                <a:off x="4768400" y="225177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695097D7-22E7-16F6-97E9-0A88FB82D1FC}"/>
                  </a:ext>
                </a:extLst>
              </p:cNvPr>
              <p:cNvSpPr/>
              <p:nvPr/>
            </p:nvSpPr>
            <p:spPr>
              <a:xfrm>
                <a:off x="4768404" y="2773432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7CB9432E-44A8-CD6D-BE71-5E924CD2A5AD}"/>
                  </a:ext>
                </a:extLst>
              </p:cNvPr>
              <p:cNvSpPr/>
              <p:nvPr/>
            </p:nvSpPr>
            <p:spPr>
              <a:xfrm>
                <a:off x="6333045" y="2252101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98C59D00-8311-9C0A-6F73-B3D12FD647C6}"/>
                  </a:ext>
                </a:extLst>
              </p:cNvPr>
              <p:cNvSpPr/>
              <p:nvPr/>
            </p:nvSpPr>
            <p:spPr>
              <a:xfrm>
                <a:off x="5289952" y="225188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8" name="직사각형 27">
                <a:extLst>
                  <a:ext uri="{FF2B5EF4-FFF2-40B4-BE49-F238E27FC236}">
                    <a16:creationId xmlns:a16="http://schemas.microsoft.com/office/drawing/2014/main" id="{4238881D-C919-A042-C0F3-890DB5591D3E}"/>
                  </a:ext>
                </a:extLst>
              </p:cNvPr>
              <p:cNvSpPr/>
              <p:nvPr/>
            </p:nvSpPr>
            <p:spPr>
              <a:xfrm>
                <a:off x="6854585" y="2772343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14BCE435-2D10-FE91-0113-2E6E0CAFF957}"/>
                  </a:ext>
                </a:extLst>
              </p:cNvPr>
              <p:cNvSpPr/>
              <p:nvPr/>
            </p:nvSpPr>
            <p:spPr>
              <a:xfrm>
                <a:off x="6333045" y="2773432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036FE8E5-09C8-1F0C-71BF-86D43AE13173}"/>
                  </a:ext>
                </a:extLst>
              </p:cNvPr>
              <p:cNvSpPr/>
              <p:nvPr/>
            </p:nvSpPr>
            <p:spPr>
              <a:xfrm>
                <a:off x="5811498" y="4337856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1" name="직사각형 30">
                <a:extLst>
                  <a:ext uri="{FF2B5EF4-FFF2-40B4-BE49-F238E27FC236}">
                    <a16:creationId xmlns:a16="http://schemas.microsoft.com/office/drawing/2014/main" id="{B5A93FDB-8421-4ED9-0673-000DD68216D5}"/>
                  </a:ext>
                </a:extLst>
              </p:cNvPr>
              <p:cNvSpPr/>
              <p:nvPr/>
            </p:nvSpPr>
            <p:spPr>
              <a:xfrm>
                <a:off x="4768399" y="433698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2" name="직사각형 31">
                <a:extLst>
                  <a:ext uri="{FF2B5EF4-FFF2-40B4-BE49-F238E27FC236}">
                    <a16:creationId xmlns:a16="http://schemas.microsoft.com/office/drawing/2014/main" id="{6FFA4E06-2779-F3B6-75FD-45B701B6802E}"/>
                  </a:ext>
                </a:extLst>
              </p:cNvPr>
              <p:cNvSpPr/>
              <p:nvPr/>
            </p:nvSpPr>
            <p:spPr>
              <a:xfrm>
                <a:off x="4768403" y="3816308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3" name="직사각형 32">
                <a:extLst>
                  <a:ext uri="{FF2B5EF4-FFF2-40B4-BE49-F238E27FC236}">
                    <a16:creationId xmlns:a16="http://schemas.microsoft.com/office/drawing/2014/main" id="{7DDB1F3A-657A-F906-F387-03A72B99A157}"/>
                  </a:ext>
                </a:extLst>
              </p:cNvPr>
              <p:cNvSpPr/>
              <p:nvPr/>
            </p:nvSpPr>
            <p:spPr>
              <a:xfrm>
                <a:off x="6333044" y="4337639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4" name="직사각형 33">
                <a:extLst>
                  <a:ext uri="{FF2B5EF4-FFF2-40B4-BE49-F238E27FC236}">
                    <a16:creationId xmlns:a16="http://schemas.microsoft.com/office/drawing/2014/main" id="{453D3731-6F24-5C14-E0E4-2BF495A57823}"/>
                  </a:ext>
                </a:extLst>
              </p:cNvPr>
              <p:cNvSpPr/>
              <p:nvPr/>
            </p:nvSpPr>
            <p:spPr>
              <a:xfrm>
                <a:off x="5289951" y="4337856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5" name="직사각형 34">
                <a:extLst>
                  <a:ext uri="{FF2B5EF4-FFF2-40B4-BE49-F238E27FC236}">
                    <a16:creationId xmlns:a16="http://schemas.microsoft.com/office/drawing/2014/main" id="{F02E2D1C-6936-6CB0-FDF0-D889E53BF708}"/>
                  </a:ext>
                </a:extLst>
              </p:cNvPr>
              <p:cNvSpPr/>
              <p:nvPr/>
            </p:nvSpPr>
            <p:spPr>
              <a:xfrm>
                <a:off x="6854587" y="3816309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10AA0A26-C749-3395-F2B2-6CC7E89DDC96}"/>
                  </a:ext>
                </a:extLst>
              </p:cNvPr>
              <p:cNvSpPr/>
              <p:nvPr/>
            </p:nvSpPr>
            <p:spPr>
              <a:xfrm>
                <a:off x="4768401" y="3294760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B35BD3CE-A8F4-2472-2047-2E71C11A5A3C}"/>
                  </a:ext>
                </a:extLst>
              </p:cNvPr>
              <p:cNvSpPr/>
              <p:nvPr/>
            </p:nvSpPr>
            <p:spPr>
              <a:xfrm>
                <a:off x="6854585" y="329454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57E72406-0397-A01E-7627-646BF1C61168}"/>
                  </a:ext>
                </a:extLst>
              </p:cNvPr>
              <p:cNvSpPr/>
              <p:nvPr/>
            </p:nvSpPr>
            <p:spPr>
              <a:xfrm>
                <a:off x="6854585" y="4336985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39" name="직사각형 38">
                <a:extLst>
                  <a:ext uri="{FF2B5EF4-FFF2-40B4-BE49-F238E27FC236}">
                    <a16:creationId xmlns:a16="http://schemas.microsoft.com/office/drawing/2014/main" id="{80EC79DA-ECCE-BFC1-F13F-8282549763A2}"/>
                  </a:ext>
                </a:extLst>
              </p:cNvPr>
              <p:cNvSpPr/>
              <p:nvPr/>
            </p:nvSpPr>
            <p:spPr>
              <a:xfrm>
                <a:off x="5289938" y="2772343"/>
                <a:ext cx="1564642" cy="1559230"/>
              </a:xfrm>
              <a:prstGeom prst="rect">
                <a:avLst/>
              </a:prstGeom>
              <a:solidFill>
                <a:srgbClr val="FF0000">
                  <a:alpha val="19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41" name="그룹 40">
              <a:extLst>
                <a:ext uri="{FF2B5EF4-FFF2-40B4-BE49-F238E27FC236}">
                  <a16:creationId xmlns:a16="http://schemas.microsoft.com/office/drawing/2014/main" id="{BADA2DD7-5474-6B29-E301-6553047FA460}"/>
                </a:ext>
              </a:extLst>
            </p:cNvPr>
            <p:cNvGrpSpPr/>
            <p:nvPr/>
          </p:nvGrpSpPr>
          <p:grpSpPr>
            <a:xfrm>
              <a:off x="8688533" y="1264337"/>
              <a:ext cx="2607736" cy="2607629"/>
              <a:chOff x="4768399" y="2251774"/>
              <a:chExt cx="2607736" cy="2607629"/>
            </a:xfrm>
          </p:grpSpPr>
          <p:sp>
            <p:nvSpPr>
              <p:cNvPr id="42" name="직사각형 41">
                <a:extLst>
                  <a:ext uri="{FF2B5EF4-FFF2-40B4-BE49-F238E27FC236}">
                    <a16:creationId xmlns:a16="http://schemas.microsoft.com/office/drawing/2014/main" id="{C1488F39-9677-44C2-64C8-78295E8D80A3}"/>
                  </a:ext>
                </a:extLst>
              </p:cNvPr>
              <p:cNvSpPr/>
              <p:nvPr/>
            </p:nvSpPr>
            <p:spPr>
              <a:xfrm>
                <a:off x="5811499" y="225188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3" name="직사각형 42">
                <a:extLst>
                  <a:ext uri="{FF2B5EF4-FFF2-40B4-BE49-F238E27FC236}">
                    <a16:creationId xmlns:a16="http://schemas.microsoft.com/office/drawing/2014/main" id="{A3A92321-2FCF-5483-9C28-81170A4E909C}"/>
                  </a:ext>
                </a:extLst>
              </p:cNvPr>
              <p:cNvSpPr/>
              <p:nvPr/>
            </p:nvSpPr>
            <p:spPr>
              <a:xfrm>
                <a:off x="4768400" y="225177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4" name="직사각형 43">
                <a:extLst>
                  <a:ext uri="{FF2B5EF4-FFF2-40B4-BE49-F238E27FC236}">
                    <a16:creationId xmlns:a16="http://schemas.microsoft.com/office/drawing/2014/main" id="{D52FF74F-A200-5D28-0857-6FF04B6FDD0A}"/>
                  </a:ext>
                </a:extLst>
              </p:cNvPr>
              <p:cNvSpPr/>
              <p:nvPr/>
            </p:nvSpPr>
            <p:spPr>
              <a:xfrm>
                <a:off x="4768404" y="2773432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C7DF4FB4-655B-34F7-83E9-DE9E07137AAC}"/>
                  </a:ext>
                </a:extLst>
              </p:cNvPr>
              <p:cNvSpPr/>
              <p:nvPr/>
            </p:nvSpPr>
            <p:spPr>
              <a:xfrm>
                <a:off x="6333045" y="2252101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50617987-B1E5-65A4-F933-6B5EDBF7335C}"/>
                  </a:ext>
                </a:extLst>
              </p:cNvPr>
              <p:cNvSpPr/>
              <p:nvPr/>
            </p:nvSpPr>
            <p:spPr>
              <a:xfrm>
                <a:off x="5289952" y="225188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471533C2-0587-DA1D-5BB9-2CF431850922}"/>
                  </a:ext>
                </a:extLst>
              </p:cNvPr>
              <p:cNvSpPr/>
              <p:nvPr/>
            </p:nvSpPr>
            <p:spPr>
              <a:xfrm>
                <a:off x="6854585" y="2772343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8" name="직사각형 47">
                <a:extLst>
                  <a:ext uri="{FF2B5EF4-FFF2-40B4-BE49-F238E27FC236}">
                    <a16:creationId xmlns:a16="http://schemas.microsoft.com/office/drawing/2014/main" id="{6CC66D81-8FE7-908A-3A75-C54C3362B088}"/>
                  </a:ext>
                </a:extLst>
              </p:cNvPr>
              <p:cNvSpPr/>
              <p:nvPr/>
            </p:nvSpPr>
            <p:spPr>
              <a:xfrm>
                <a:off x="6333045" y="2773432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49" name="직사각형 48">
                <a:extLst>
                  <a:ext uri="{FF2B5EF4-FFF2-40B4-BE49-F238E27FC236}">
                    <a16:creationId xmlns:a16="http://schemas.microsoft.com/office/drawing/2014/main" id="{96E069C8-25D9-183A-BBA1-48E8A116D773}"/>
                  </a:ext>
                </a:extLst>
              </p:cNvPr>
              <p:cNvSpPr/>
              <p:nvPr/>
            </p:nvSpPr>
            <p:spPr>
              <a:xfrm>
                <a:off x="5811498" y="4337856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0" name="직사각형 49">
                <a:extLst>
                  <a:ext uri="{FF2B5EF4-FFF2-40B4-BE49-F238E27FC236}">
                    <a16:creationId xmlns:a16="http://schemas.microsoft.com/office/drawing/2014/main" id="{A3BB89B9-F4B9-5B81-6021-2F15D941E3E4}"/>
                  </a:ext>
                </a:extLst>
              </p:cNvPr>
              <p:cNvSpPr/>
              <p:nvPr/>
            </p:nvSpPr>
            <p:spPr>
              <a:xfrm>
                <a:off x="4768399" y="433698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1" name="직사각형 50">
                <a:extLst>
                  <a:ext uri="{FF2B5EF4-FFF2-40B4-BE49-F238E27FC236}">
                    <a16:creationId xmlns:a16="http://schemas.microsoft.com/office/drawing/2014/main" id="{6DC7238C-7ECA-D9F5-5B73-A381DDF9A504}"/>
                  </a:ext>
                </a:extLst>
              </p:cNvPr>
              <p:cNvSpPr/>
              <p:nvPr/>
            </p:nvSpPr>
            <p:spPr>
              <a:xfrm>
                <a:off x="4768403" y="3816308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2" name="직사각형 51">
                <a:extLst>
                  <a:ext uri="{FF2B5EF4-FFF2-40B4-BE49-F238E27FC236}">
                    <a16:creationId xmlns:a16="http://schemas.microsoft.com/office/drawing/2014/main" id="{1750C249-28FA-05ED-DD35-4CE6CB174455}"/>
                  </a:ext>
                </a:extLst>
              </p:cNvPr>
              <p:cNvSpPr/>
              <p:nvPr/>
            </p:nvSpPr>
            <p:spPr>
              <a:xfrm>
                <a:off x="6333044" y="4337639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3" name="직사각형 52">
                <a:extLst>
                  <a:ext uri="{FF2B5EF4-FFF2-40B4-BE49-F238E27FC236}">
                    <a16:creationId xmlns:a16="http://schemas.microsoft.com/office/drawing/2014/main" id="{E4A188A0-FC40-A23F-AB61-456632FF3763}"/>
                  </a:ext>
                </a:extLst>
              </p:cNvPr>
              <p:cNvSpPr/>
              <p:nvPr/>
            </p:nvSpPr>
            <p:spPr>
              <a:xfrm>
                <a:off x="5289951" y="4337856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4" name="직사각형 53">
                <a:extLst>
                  <a:ext uri="{FF2B5EF4-FFF2-40B4-BE49-F238E27FC236}">
                    <a16:creationId xmlns:a16="http://schemas.microsoft.com/office/drawing/2014/main" id="{BB737226-40DB-806E-4A4D-A1E451B52138}"/>
                  </a:ext>
                </a:extLst>
              </p:cNvPr>
              <p:cNvSpPr/>
              <p:nvPr/>
            </p:nvSpPr>
            <p:spPr>
              <a:xfrm>
                <a:off x="6854587" y="3816309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A367F8A3-2806-D343-1023-11BEEE8EBFFF}"/>
                  </a:ext>
                </a:extLst>
              </p:cNvPr>
              <p:cNvSpPr/>
              <p:nvPr/>
            </p:nvSpPr>
            <p:spPr>
              <a:xfrm>
                <a:off x="4768401" y="3294760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C4986763-5461-DBFA-098B-1DB919F971AC}"/>
                  </a:ext>
                </a:extLst>
              </p:cNvPr>
              <p:cNvSpPr/>
              <p:nvPr/>
            </p:nvSpPr>
            <p:spPr>
              <a:xfrm>
                <a:off x="6854585" y="329454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A5AEFEBE-FAEF-B076-BF0E-DBD1B73D34F1}"/>
                  </a:ext>
                </a:extLst>
              </p:cNvPr>
              <p:cNvSpPr/>
              <p:nvPr/>
            </p:nvSpPr>
            <p:spPr>
              <a:xfrm>
                <a:off x="6333032" y="380699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58" name="직사각형 57">
                <a:extLst>
                  <a:ext uri="{FF2B5EF4-FFF2-40B4-BE49-F238E27FC236}">
                    <a16:creationId xmlns:a16="http://schemas.microsoft.com/office/drawing/2014/main" id="{E6FDF858-415F-15FB-1685-564895E7C5C3}"/>
                  </a:ext>
                </a:extLst>
              </p:cNvPr>
              <p:cNvSpPr/>
              <p:nvPr/>
            </p:nvSpPr>
            <p:spPr>
              <a:xfrm>
                <a:off x="5289938" y="2772343"/>
                <a:ext cx="1564642" cy="1559230"/>
              </a:xfrm>
              <a:prstGeom prst="rect">
                <a:avLst/>
              </a:prstGeom>
              <a:solidFill>
                <a:srgbClr val="FF0000">
                  <a:alpha val="19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94" name="그룹 93">
              <a:extLst>
                <a:ext uri="{FF2B5EF4-FFF2-40B4-BE49-F238E27FC236}">
                  <a16:creationId xmlns:a16="http://schemas.microsoft.com/office/drawing/2014/main" id="{6C2ABE9A-1089-A50A-66EE-EF4FD1CAECB2}"/>
                </a:ext>
              </a:extLst>
            </p:cNvPr>
            <p:cNvGrpSpPr/>
            <p:nvPr/>
          </p:nvGrpSpPr>
          <p:grpSpPr>
            <a:xfrm>
              <a:off x="5068930" y="4875889"/>
              <a:ext cx="3129287" cy="2607629"/>
              <a:chOff x="4246848" y="2251774"/>
              <a:chExt cx="3129287" cy="2607629"/>
            </a:xfrm>
          </p:grpSpPr>
          <p:sp>
            <p:nvSpPr>
              <p:cNvPr id="59" name="직사각형 58">
                <a:extLst>
                  <a:ext uri="{FF2B5EF4-FFF2-40B4-BE49-F238E27FC236}">
                    <a16:creationId xmlns:a16="http://schemas.microsoft.com/office/drawing/2014/main" id="{9D43B96F-6281-5642-A353-77B40002B6E7}"/>
                  </a:ext>
                </a:extLst>
              </p:cNvPr>
              <p:cNvSpPr/>
              <p:nvPr/>
            </p:nvSpPr>
            <p:spPr>
              <a:xfrm>
                <a:off x="5811499" y="225188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0" name="직사각형 59">
                <a:extLst>
                  <a:ext uri="{FF2B5EF4-FFF2-40B4-BE49-F238E27FC236}">
                    <a16:creationId xmlns:a16="http://schemas.microsoft.com/office/drawing/2014/main" id="{FA65BB29-60D4-8CF7-1A93-240C63C0D8AF}"/>
                  </a:ext>
                </a:extLst>
              </p:cNvPr>
              <p:cNvSpPr/>
              <p:nvPr/>
            </p:nvSpPr>
            <p:spPr>
              <a:xfrm>
                <a:off x="4768400" y="225177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F0914E87-573E-FB02-4CDD-DA9B21D9B28C}"/>
                  </a:ext>
                </a:extLst>
              </p:cNvPr>
              <p:cNvSpPr/>
              <p:nvPr/>
            </p:nvSpPr>
            <p:spPr>
              <a:xfrm>
                <a:off x="4768404" y="2773432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DF88AB99-E7F9-10F6-7AAC-8095C6603788}"/>
                  </a:ext>
                </a:extLst>
              </p:cNvPr>
              <p:cNvSpPr/>
              <p:nvPr/>
            </p:nvSpPr>
            <p:spPr>
              <a:xfrm>
                <a:off x="6333045" y="2252101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8C10D945-694F-E69C-ACC7-11D20E0DEDB3}"/>
                  </a:ext>
                </a:extLst>
              </p:cNvPr>
              <p:cNvSpPr/>
              <p:nvPr/>
            </p:nvSpPr>
            <p:spPr>
              <a:xfrm>
                <a:off x="5289952" y="225188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4" name="직사각형 63">
                <a:extLst>
                  <a:ext uri="{FF2B5EF4-FFF2-40B4-BE49-F238E27FC236}">
                    <a16:creationId xmlns:a16="http://schemas.microsoft.com/office/drawing/2014/main" id="{4D815771-AF29-E5B1-33F9-7B79E1B31FB9}"/>
                  </a:ext>
                </a:extLst>
              </p:cNvPr>
              <p:cNvSpPr/>
              <p:nvPr/>
            </p:nvSpPr>
            <p:spPr>
              <a:xfrm>
                <a:off x="6854585" y="2772343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5" name="직사각형 64">
                <a:extLst>
                  <a:ext uri="{FF2B5EF4-FFF2-40B4-BE49-F238E27FC236}">
                    <a16:creationId xmlns:a16="http://schemas.microsoft.com/office/drawing/2014/main" id="{D726ABF4-E7D4-EB60-14C0-23F20E2322CC}"/>
                  </a:ext>
                </a:extLst>
              </p:cNvPr>
              <p:cNvSpPr/>
              <p:nvPr/>
            </p:nvSpPr>
            <p:spPr>
              <a:xfrm>
                <a:off x="6333045" y="2773432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6" name="직사각형 65">
                <a:extLst>
                  <a:ext uri="{FF2B5EF4-FFF2-40B4-BE49-F238E27FC236}">
                    <a16:creationId xmlns:a16="http://schemas.microsoft.com/office/drawing/2014/main" id="{C5F3D61B-01B0-126A-0CA6-060142B4D36E}"/>
                  </a:ext>
                </a:extLst>
              </p:cNvPr>
              <p:cNvSpPr/>
              <p:nvPr/>
            </p:nvSpPr>
            <p:spPr>
              <a:xfrm>
                <a:off x="5811498" y="4337856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0B0F5F48-44B8-A173-9BC4-CF6010260048}"/>
                  </a:ext>
                </a:extLst>
              </p:cNvPr>
              <p:cNvSpPr/>
              <p:nvPr/>
            </p:nvSpPr>
            <p:spPr>
              <a:xfrm>
                <a:off x="4768399" y="433698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8" name="직사각형 67">
                <a:extLst>
                  <a:ext uri="{FF2B5EF4-FFF2-40B4-BE49-F238E27FC236}">
                    <a16:creationId xmlns:a16="http://schemas.microsoft.com/office/drawing/2014/main" id="{CB8E0177-36D8-723F-591F-EFFB6E646EE7}"/>
                  </a:ext>
                </a:extLst>
              </p:cNvPr>
              <p:cNvSpPr/>
              <p:nvPr/>
            </p:nvSpPr>
            <p:spPr>
              <a:xfrm>
                <a:off x="4246848" y="3292910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69" name="직사각형 68">
                <a:extLst>
                  <a:ext uri="{FF2B5EF4-FFF2-40B4-BE49-F238E27FC236}">
                    <a16:creationId xmlns:a16="http://schemas.microsoft.com/office/drawing/2014/main" id="{D18BB6AD-C34F-338C-3A56-7BF595948BFF}"/>
                  </a:ext>
                </a:extLst>
              </p:cNvPr>
              <p:cNvSpPr/>
              <p:nvPr/>
            </p:nvSpPr>
            <p:spPr>
              <a:xfrm>
                <a:off x="6333044" y="4337639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0" name="직사각형 69">
                <a:extLst>
                  <a:ext uri="{FF2B5EF4-FFF2-40B4-BE49-F238E27FC236}">
                    <a16:creationId xmlns:a16="http://schemas.microsoft.com/office/drawing/2014/main" id="{D7AB6D00-722E-86FE-C830-4C778C4BB1B2}"/>
                  </a:ext>
                </a:extLst>
              </p:cNvPr>
              <p:cNvSpPr/>
              <p:nvPr/>
            </p:nvSpPr>
            <p:spPr>
              <a:xfrm>
                <a:off x="5289951" y="4337856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71" name="직사각형 70">
                <a:extLst>
                  <a:ext uri="{FF2B5EF4-FFF2-40B4-BE49-F238E27FC236}">
                    <a16:creationId xmlns:a16="http://schemas.microsoft.com/office/drawing/2014/main" id="{ABA38E26-5A0C-126E-9BFB-6E4B13EA3490}"/>
                  </a:ext>
                </a:extLst>
              </p:cNvPr>
              <p:cNvSpPr/>
              <p:nvPr/>
            </p:nvSpPr>
            <p:spPr>
              <a:xfrm>
                <a:off x="6854587" y="3816309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7" name="직사각형 86">
                <a:extLst>
                  <a:ext uri="{FF2B5EF4-FFF2-40B4-BE49-F238E27FC236}">
                    <a16:creationId xmlns:a16="http://schemas.microsoft.com/office/drawing/2014/main" id="{8D2D0AC6-0B7F-5159-DDFC-486F46ECA061}"/>
                  </a:ext>
                </a:extLst>
              </p:cNvPr>
              <p:cNvSpPr/>
              <p:nvPr/>
            </p:nvSpPr>
            <p:spPr>
              <a:xfrm>
                <a:off x="4246848" y="2772342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8" name="직사각형 87">
                <a:extLst>
                  <a:ext uri="{FF2B5EF4-FFF2-40B4-BE49-F238E27FC236}">
                    <a16:creationId xmlns:a16="http://schemas.microsoft.com/office/drawing/2014/main" id="{A011C536-B323-FB49-CB28-EE7A802B740D}"/>
                  </a:ext>
                </a:extLst>
              </p:cNvPr>
              <p:cNvSpPr/>
              <p:nvPr/>
            </p:nvSpPr>
            <p:spPr>
              <a:xfrm>
                <a:off x="6854585" y="329454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89" name="직사각형 88">
                <a:extLst>
                  <a:ext uri="{FF2B5EF4-FFF2-40B4-BE49-F238E27FC236}">
                    <a16:creationId xmlns:a16="http://schemas.microsoft.com/office/drawing/2014/main" id="{0E25CB92-7502-C356-3674-F801C23B84D8}"/>
                  </a:ext>
                </a:extLst>
              </p:cNvPr>
              <p:cNvSpPr/>
              <p:nvPr/>
            </p:nvSpPr>
            <p:spPr>
              <a:xfrm>
                <a:off x="6333032" y="380699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0" name="직사각형 89">
                <a:extLst>
                  <a:ext uri="{FF2B5EF4-FFF2-40B4-BE49-F238E27FC236}">
                    <a16:creationId xmlns:a16="http://schemas.microsoft.com/office/drawing/2014/main" id="{8DC4C209-0257-EAB8-4008-6D71A8B66E33}"/>
                  </a:ext>
                </a:extLst>
              </p:cNvPr>
              <p:cNvSpPr/>
              <p:nvPr/>
            </p:nvSpPr>
            <p:spPr>
              <a:xfrm>
                <a:off x="4768388" y="3292909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1" name="직사각형 90">
                <a:extLst>
                  <a:ext uri="{FF2B5EF4-FFF2-40B4-BE49-F238E27FC236}">
                    <a16:creationId xmlns:a16="http://schemas.microsoft.com/office/drawing/2014/main" id="{C6EA1BF3-C4AD-B234-CDB2-FCC7F1402429}"/>
                  </a:ext>
                </a:extLst>
              </p:cNvPr>
              <p:cNvSpPr/>
              <p:nvPr/>
            </p:nvSpPr>
            <p:spPr>
              <a:xfrm>
                <a:off x="4768388" y="380699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3" name="직사각형 92">
                <a:extLst>
                  <a:ext uri="{FF2B5EF4-FFF2-40B4-BE49-F238E27FC236}">
                    <a16:creationId xmlns:a16="http://schemas.microsoft.com/office/drawing/2014/main" id="{86E2E6F3-D53C-0599-632E-614FC28FD73E}"/>
                  </a:ext>
                </a:extLst>
              </p:cNvPr>
              <p:cNvSpPr/>
              <p:nvPr/>
            </p:nvSpPr>
            <p:spPr>
              <a:xfrm>
                <a:off x="5289939" y="2769311"/>
                <a:ext cx="1564642" cy="1559230"/>
              </a:xfrm>
              <a:prstGeom prst="rect">
                <a:avLst/>
              </a:prstGeom>
              <a:solidFill>
                <a:srgbClr val="FF0000">
                  <a:alpha val="19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14" name="그룹 113">
              <a:extLst>
                <a:ext uri="{FF2B5EF4-FFF2-40B4-BE49-F238E27FC236}">
                  <a16:creationId xmlns:a16="http://schemas.microsoft.com/office/drawing/2014/main" id="{3E35FB39-A4E0-80C7-4B2D-D9B4CCC5E987}"/>
                </a:ext>
              </a:extLst>
            </p:cNvPr>
            <p:cNvGrpSpPr/>
            <p:nvPr/>
          </p:nvGrpSpPr>
          <p:grpSpPr>
            <a:xfrm>
              <a:off x="1710095" y="4351909"/>
              <a:ext cx="2607747" cy="3131881"/>
              <a:chOff x="4768388" y="1727522"/>
              <a:chExt cx="2607747" cy="3131881"/>
            </a:xfrm>
          </p:grpSpPr>
          <p:sp>
            <p:nvSpPr>
              <p:cNvPr id="95" name="직사각형 94">
                <a:extLst>
                  <a:ext uri="{FF2B5EF4-FFF2-40B4-BE49-F238E27FC236}">
                    <a16:creationId xmlns:a16="http://schemas.microsoft.com/office/drawing/2014/main" id="{47D3BCC8-E587-2CDA-AFE3-A772E9335692}"/>
                  </a:ext>
                </a:extLst>
              </p:cNvPr>
              <p:cNvSpPr/>
              <p:nvPr/>
            </p:nvSpPr>
            <p:spPr>
              <a:xfrm>
                <a:off x="5811499" y="225188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6" name="직사각형 95">
                <a:extLst>
                  <a:ext uri="{FF2B5EF4-FFF2-40B4-BE49-F238E27FC236}">
                    <a16:creationId xmlns:a16="http://schemas.microsoft.com/office/drawing/2014/main" id="{0ED6F06E-8716-3484-2C6D-66F14138028E}"/>
                  </a:ext>
                </a:extLst>
              </p:cNvPr>
              <p:cNvSpPr/>
              <p:nvPr/>
            </p:nvSpPr>
            <p:spPr>
              <a:xfrm>
                <a:off x="4768400" y="225177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7" name="직사각형 96">
                <a:extLst>
                  <a:ext uri="{FF2B5EF4-FFF2-40B4-BE49-F238E27FC236}">
                    <a16:creationId xmlns:a16="http://schemas.microsoft.com/office/drawing/2014/main" id="{3CF5A04E-9083-6FF6-2B46-17E90843DF2C}"/>
                  </a:ext>
                </a:extLst>
              </p:cNvPr>
              <p:cNvSpPr/>
              <p:nvPr/>
            </p:nvSpPr>
            <p:spPr>
              <a:xfrm>
                <a:off x="4768404" y="2773432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8" name="직사각형 97">
                <a:extLst>
                  <a:ext uri="{FF2B5EF4-FFF2-40B4-BE49-F238E27FC236}">
                    <a16:creationId xmlns:a16="http://schemas.microsoft.com/office/drawing/2014/main" id="{3053BFFB-D554-0E57-D8AC-AE1E2459D4FD}"/>
                  </a:ext>
                </a:extLst>
              </p:cNvPr>
              <p:cNvSpPr/>
              <p:nvPr/>
            </p:nvSpPr>
            <p:spPr>
              <a:xfrm>
                <a:off x="6333045" y="2252101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99" name="직사각형 98">
                <a:extLst>
                  <a:ext uri="{FF2B5EF4-FFF2-40B4-BE49-F238E27FC236}">
                    <a16:creationId xmlns:a16="http://schemas.microsoft.com/office/drawing/2014/main" id="{45A54886-9FDE-B124-72D4-8AA3D1C5FF1E}"/>
                  </a:ext>
                </a:extLst>
              </p:cNvPr>
              <p:cNvSpPr/>
              <p:nvPr/>
            </p:nvSpPr>
            <p:spPr>
              <a:xfrm>
                <a:off x="5289952" y="225188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0" name="직사각형 99">
                <a:extLst>
                  <a:ext uri="{FF2B5EF4-FFF2-40B4-BE49-F238E27FC236}">
                    <a16:creationId xmlns:a16="http://schemas.microsoft.com/office/drawing/2014/main" id="{63B5D8A4-2CE6-FE13-D1A8-F8969F73DC52}"/>
                  </a:ext>
                </a:extLst>
              </p:cNvPr>
              <p:cNvSpPr/>
              <p:nvPr/>
            </p:nvSpPr>
            <p:spPr>
              <a:xfrm>
                <a:off x="6854585" y="2772343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7CD3B214-1C13-1AD2-87ED-2D3D6DB94CBA}"/>
                  </a:ext>
                </a:extLst>
              </p:cNvPr>
              <p:cNvSpPr/>
              <p:nvPr/>
            </p:nvSpPr>
            <p:spPr>
              <a:xfrm>
                <a:off x="6333045" y="2773432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2" name="직사각형 101">
                <a:extLst>
                  <a:ext uri="{FF2B5EF4-FFF2-40B4-BE49-F238E27FC236}">
                    <a16:creationId xmlns:a16="http://schemas.microsoft.com/office/drawing/2014/main" id="{6A223ABA-36EA-E552-7106-47D2ED4A2E65}"/>
                  </a:ext>
                </a:extLst>
              </p:cNvPr>
              <p:cNvSpPr/>
              <p:nvPr/>
            </p:nvSpPr>
            <p:spPr>
              <a:xfrm>
                <a:off x="5811498" y="4337856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3" name="직사각형 102">
                <a:extLst>
                  <a:ext uri="{FF2B5EF4-FFF2-40B4-BE49-F238E27FC236}">
                    <a16:creationId xmlns:a16="http://schemas.microsoft.com/office/drawing/2014/main" id="{676CC3AB-0A37-9E0A-F0FE-A16533218626}"/>
                  </a:ext>
                </a:extLst>
              </p:cNvPr>
              <p:cNvSpPr/>
              <p:nvPr/>
            </p:nvSpPr>
            <p:spPr>
              <a:xfrm>
                <a:off x="4768399" y="433698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4" name="직사각형 103">
                <a:extLst>
                  <a:ext uri="{FF2B5EF4-FFF2-40B4-BE49-F238E27FC236}">
                    <a16:creationId xmlns:a16="http://schemas.microsoft.com/office/drawing/2014/main" id="{D1B0673C-3D20-0CC1-14CF-7D5514F2D38B}"/>
                  </a:ext>
                </a:extLst>
              </p:cNvPr>
              <p:cNvSpPr/>
              <p:nvPr/>
            </p:nvSpPr>
            <p:spPr>
              <a:xfrm>
                <a:off x="5289936" y="1730282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5" name="직사각형 104">
                <a:extLst>
                  <a:ext uri="{FF2B5EF4-FFF2-40B4-BE49-F238E27FC236}">
                    <a16:creationId xmlns:a16="http://schemas.microsoft.com/office/drawing/2014/main" id="{B23183D7-A0D8-D31B-D183-FA483D7E8910}"/>
                  </a:ext>
                </a:extLst>
              </p:cNvPr>
              <p:cNvSpPr/>
              <p:nvPr/>
            </p:nvSpPr>
            <p:spPr>
              <a:xfrm>
                <a:off x="6333044" y="4337639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6" name="직사각형 105">
                <a:extLst>
                  <a:ext uri="{FF2B5EF4-FFF2-40B4-BE49-F238E27FC236}">
                    <a16:creationId xmlns:a16="http://schemas.microsoft.com/office/drawing/2014/main" id="{51ADF2D6-6B71-AC0E-69AF-3CA87DD30113}"/>
                  </a:ext>
                </a:extLst>
              </p:cNvPr>
              <p:cNvSpPr/>
              <p:nvPr/>
            </p:nvSpPr>
            <p:spPr>
              <a:xfrm>
                <a:off x="5289951" y="4337856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7" name="직사각형 106">
                <a:extLst>
                  <a:ext uri="{FF2B5EF4-FFF2-40B4-BE49-F238E27FC236}">
                    <a16:creationId xmlns:a16="http://schemas.microsoft.com/office/drawing/2014/main" id="{C244130F-29A5-5A4F-376B-AB2DBA058C9B}"/>
                  </a:ext>
                </a:extLst>
              </p:cNvPr>
              <p:cNvSpPr/>
              <p:nvPr/>
            </p:nvSpPr>
            <p:spPr>
              <a:xfrm>
                <a:off x="6854587" y="3816309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8" name="직사각형 107">
                <a:extLst>
                  <a:ext uri="{FF2B5EF4-FFF2-40B4-BE49-F238E27FC236}">
                    <a16:creationId xmlns:a16="http://schemas.microsoft.com/office/drawing/2014/main" id="{21E5EA9B-A4DD-41A8-2848-ACCC9CFB9E73}"/>
                  </a:ext>
                </a:extLst>
              </p:cNvPr>
              <p:cNvSpPr/>
              <p:nvPr/>
            </p:nvSpPr>
            <p:spPr>
              <a:xfrm>
                <a:off x="5811472" y="1727522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26D509E7-7ED6-7581-4F47-55E69190482E}"/>
                  </a:ext>
                </a:extLst>
              </p:cNvPr>
              <p:cNvSpPr/>
              <p:nvPr/>
            </p:nvSpPr>
            <p:spPr>
              <a:xfrm>
                <a:off x="6854585" y="329454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C60A09DF-2CAE-8A78-F219-0243B2F03FF2}"/>
                  </a:ext>
                </a:extLst>
              </p:cNvPr>
              <p:cNvSpPr/>
              <p:nvPr/>
            </p:nvSpPr>
            <p:spPr>
              <a:xfrm>
                <a:off x="6333032" y="380699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1" name="직사각형 110">
                <a:extLst>
                  <a:ext uri="{FF2B5EF4-FFF2-40B4-BE49-F238E27FC236}">
                    <a16:creationId xmlns:a16="http://schemas.microsoft.com/office/drawing/2014/main" id="{CDE384D4-8873-5F5E-CC19-5AB27C9F400C}"/>
                  </a:ext>
                </a:extLst>
              </p:cNvPr>
              <p:cNvSpPr/>
              <p:nvPr/>
            </p:nvSpPr>
            <p:spPr>
              <a:xfrm>
                <a:off x="4768388" y="3292909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2" name="직사각형 111">
                <a:extLst>
                  <a:ext uri="{FF2B5EF4-FFF2-40B4-BE49-F238E27FC236}">
                    <a16:creationId xmlns:a16="http://schemas.microsoft.com/office/drawing/2014/main" id="{37B3E646-1955-F824-980C-5B5B1C384C83}"/>
                  </a:ext>
                </a:extLst>
              </p:cNvPr>
              <p:cNvSpPr/>
              <p:nvPr/>
            </p:nvSpPr>
            <p:spPr>
              <a:xfrm>
                <a:off x="4768388" y="380699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3" name="직사각형 112">
                <a:extLst>
                  <a:ext uri="{FF2B5EF4-FFF2-40B4-BE49-F238E27FC236}">
                    <a16:creationId xmlns:a16="http://schemas.microsoft.com/office/drawing/2014/main" id="{8F4908B9-7A4D-0483-886A-F82CC9E5A2F4}"/>
                  </a:ext>
                </a:extLst>
              </p:cNvPr>
              <p:cNvSpPr/>
              <p:nvPr/>
            </p:nvSpPr>
            <p:spPr>
              <a:xfrm>
                <a:off x="5289939" y="2769311"/>
                <a:ext cx="1564642" cy="1559230"/>
              </a:xfrm>
              <a:prstGeom prst="rect">
                <a:avLst/>
              </a:prstGeom>
              <a:solidFill>
                <a:srgbClr val="FF0000">
                  <a:alpha val="19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27D0492B-9741-F306-121B-382E51C36C98}"/>
                </a:ext>
              </a:extLst>
            </p:cNvPr>
            <p:cNvGrpSpPr/>
            <p:nvPr/>
          </p:nvGrpSpPr>
          <p:grpSpPr>
            <a:xfrm>
              <a:off x="8876404" y="4359921"/>
              <a:ext cx="2607747" cy="3131881"/>
              <a:chOff x="4768388" y="1727522"/>
              <a:chExt cx="2607747" cy="3131881"/>
            </a:xfrm>
          </p:grpSpPr>
          <p:sp>
            <p:nvSpPr>
              <p:cNvPr id="115" name="직사각형 114">
                <a:extLst>
                  <a:ext uri="{FF2B5EF4-FFF2-40B4-BE49-F238E27FC236}">
                    <a16:creationId xmlns:a16="http://schemas.microsoft.com/office/drawing/2014/main" id="{AFB01F5F-A7B8-4D62-2369-07D360958440}"/>
                  </a:ext>
                </a:extLst>
              </p:cNvPr>
              <p:cNvSpPr/>
              <p:nvPr/>
            </p:nvSpPr>
            <p:spPr>
              <a:xfrm>
                <a:off x="5811499" y="225188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6" name="직사각형 115">
                <a:extLst>
                  <a:ext uri="{FF2B5EF4-FFF2-40B4-BE49-F238E27FC236}">
                    <a16:creationId xmlns:a16="http://schemas.microsoft.com/office/drawing/2014/main" id="{4841E4F9-D9F6-46BA-5ACA-A4BFA3E34195}"/>
                  </a:ext>
                </a:extLst>
              </p:cNvPr>
              <p:cNvSpPr/>
              <p:nvPr/>
            </p:nvSpPr>
            <p:spPr>
              <a:xfrm>
                <a:off x="4768400" y="225177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7" name="직사각형 116">
                <a:extLst>
                  <a:ext uri="{FF2B5EF4-FFF2-40B4-BE49-F238E27FC236}">
                    <a16:creationId xmlns:a16="http://schemas.microsoft.com/office/drawing/2014/main" id="{21E6D545-0490-6FB4-3ECA-B7F0573ACAC5}"/>
                  </a:ext>
                </a:extLst>
              </p:cNvPr>
              <p:cNvSpPr/>
              <p:nvPr/>
            </p:nvSpPr>
            <p:spPr>
              <a:xfrm>
                <a:off x="4768404" y="2773432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87F80AD0-DBA1-D775-B22D-2ED0301583FD}"/>
                  </a:ext>
                </a:extLst>
              </p:cNvPr>
              <p:cNvSpPr/>
              <p:nvPr/>
            </p:nvSpPr>
            <p:spPr>
              <a:xfrm>
                <a:off x="6333045" y="2252101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19" name="직사각형 118">
                <a:extLst>
                  <a:ext uri="{FF2B5EF4-FFF2-40B4-BE49-F238E27FC236}">
                    <a16:creationId xmlns:a16="http://schemas.microsoft.com/office/drawing/2014/main" id="{BCB8DF5F-33F0-CE73-E884-4C82434C9402}"/>
                  </a:ext>
                </a:extLst>
              </p:cNvPr>
              <p:cNvSpPr/>
              <p:nvPr/>
            </p:nvSpPr>
            <p:spPr>
              <a:xfrm>
                <a:off x="5289952" y="225188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0" name="직사각형 119">
                <a:extLst>
                  <a:ext uri="{FF2B5EF4-FFF2-40B4-BE49-F238E27FC236}">
                    <a16:creationId xmlns:a16="http://schemas.microsoft.com/office/drawing/2014/main" id="{CF4B8DEA-CE08-0089-24A0-F7236AC118F0}"/>
                  </a:ext>
                </a:extLst>
              </p:cNvPr>
              <p:cNvSpPr/>
              <p:nvPr/>
            </p:nvSpPr>
            <p:spPr>
              <a:xfrm>
                <a:off x="6854585" y="2772343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1" name="직사각형 120">
                <a:extLst>
                  <a:ext uri="{FF2B5EF4-FFF2-40B4-BE49-F238E27FC236}">
                    <a16:creationId xmlns:a16="http://schemas.microsoft.com/office/drawing/2014/main" id="{70EAD689-EC3A-0FCD-339B-04D7C25DA42D}"/>
                  </a:ext>
                </a:extLst>
              </p:cNvPr>
              <p:cNvSpPr/>
              <p:nvPr/>
            </p:nvSpPr>
            <p:spPr>
              <a:xfrm>
                <a:off x="6333045" y="2773432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2" name="직사각형 121">
                <a:extLst>
                  <a:ext uri="{FF2B5EF4-FFF2-40B4-BE49-F238E27FC236}">
                    <a16:creationId xmlns:a16="http://schemas.microsoft.com/office/drawing/2014/main" id="{A7016262-6AAD-ED89-CA69-BCCF2CB32354}"/>
                  </a:ext>
                </a:extLst>
              </p:cNvPr>
              <p:cNvSpPr/>
              <p:nvPr/>
            </p:nvSpPr>
            <p:spPr>
              <a:xfrm>
                <a:off x="5811498" y="4337856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3" name="직사각형 122">
                <a:extLst>
                  <a:ext uri="{FF2B5EF4-FFF2-40B4-BE49-F238E27FC236}">
                    <a16:creationId xmlns:a16="http://schemas.microsoft.com/office/drawing/2014/main" id="{6D32632D-21A9-59EC-0C8A-B0CB15339B1E}"/>
                  </a:ext>
                </a:extLst>
              </p:cNvPr>
              <p:cNvSpPr/>
              <p:nvPr/>
            </p:nvSpPr>
            <p:spPr>
              <a:xfrm>
                <a:off x="4768399" y="433698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4" name="직사각형 123">
                <a:extLst>
                  <a:ext uri="{FF2B5EF4-FFF2-40B4-BE49-F238E27FC236}">
                    <a16:creationId xmlns:a16="http://schemas.microsoft.com/office/drawing/2014/main" id="{BC14AA11-AFB0-67C1-9A69-23827DE84AE5}"/>
                  </a:ext>
                </a:extLst>
              </p:cNvPr>
              <p:cNvSpPr/>
              <p:nvPr/>
            </p:nvSpPr>
            <p:spPr>
              <a:xfrm>
                <a:off x="5289936" y="1730282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5" name="직사각형 124">
                <a:extLst>
                  <a:ext uri="{FF2B5EF4-FFF2-40B4-BE49-F238E27FC236}">
                    <a16:creationId xmlns:a16="http://schemas.microsoft.com/office/drawing/2014/main" id="{F3A99039-721D-89E8-F9C3-FEE8AF96A8BE}"/>
                  </a:ext>
                </a:extLst>
              </p:cNvPr>
              <p:cNvSpPr/>
              <p:nvPr/>
            </p:nvSpPr>
            <p:spPr>
              <a:xfrm>
                <a:off x="6333044" y="4337639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82D7122F-A233-5B3C-D02B-1683DF1E68E3}"/>
                  </a:ext>
                </a:extLst>
              </p:cNvPr>
              <p:cNvSpPr/>
              <p:nvPr/>
            </p:nvSpPr>
            <p:spPr>
              <a:xfrm>
                <a:off x="5289951" y="4337856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D3B95223-134F-E31E-8FCE-7537060FDD1B}"/>
                  </a:ext>
                </a:extLst>
              </p:cNvPr>
              <p:cNvSpPr/>
              <p:nvPr/>
            </p:nvSpPr>
            <p:spPr>
              <a:xfrm>
                <a:off x="6854587" y="3816309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DD66BBF8-9178-54DE-B34B-20796BECAB38}"/>
                  </a:ext>
                </a:extLst>
              </p:cNvPr>
              <p:cNvSpPr/>
              <p:nvPr/>
            </p:nvSpPr>
            <p:spPr>
              <a:xfrm>
                <a:off x="5811472" y="1727522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29" name="직사각형 128">
                <a:extLst>
                  <a:ext uri="{FF2B5EF4-FFF2-40B4-BE49-F238E27FC236}">
                    <a16:creationId xmlns:a16="http://schemas.microsoft.com/office/drawing/2014/main" id="{8062CD3E-9BF4-AE31-01ED-76294F4BB205}"/>
                  </a:ext>
                </a:extLst>
              </p:cNvPr>
              <p:cNvSpPr/>
              <p:nvPr/>
            </p:nvSpPr>
            <p:spPr>
              <a:xfrm>
                <a:off x="6854585" y="329454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0" name="직사각형 129">
                <a:extLst>
                  <a:ext uri="{FF2B5EF4-FFF2-40B4-BE49-F238E27FC236}">
                    <a16:creationId xmlns:a16="http://schemas.microsoft.com/office/drawing/2014/main" id="{E20D9A97-0B58-64F7-0424-8B5C70500A9C}"/>
                  </a:ext>
                </a:extLst>
              </p:cNvPr>
              <p:cNvSpPr/>
              <p:nvPr/>
            </p:nvSpPr>
            <p:spPr>
              <a:xfrm>
                <a:off x="6333032" y="380699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1" name="직사각형 130">
                <a:extLst>
                  <a:ext uri="{FF2B5EF4-FFF2-40B4-BE49-F238E27FC236}">
                    <a16:creationId xmlns:a16="http://schemas.microsoft.com/office/drawing/2014/main" id="{0051B36F-D6B8-FB6F-C679-ADB5BF35972A}"/>
                  </a:ext>
                </a:extLst>
              </p:cNvPr>
              <p:cNvSpPr/>
              <p:nvPr/>
            </p:nvSpPr>
            <p:spPr>
              <a:xfrm>
                <a:off x="4768388" y="3292909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2" name="직사각형 131">
                <a:extLst>
                  <a:ext uri="{FF2B5EF4-FFF2-40B4-BE49-F238E27FC236}">
                    <a16:creationId xmlns:a16="http://schemas.microsoft.com/office/drawing/2014/main" id="{2BADAADC-4C3B-A6F4-C693-A3E83EAA5F3B}"/>
                  </a:ext>
                </a:extLst>
              </p:cNvPr>
              <p:cNvSpPr/>
              <p:nvPr/>
            </p:nvSpPr>
            <p:spPr>
              <a:xfrm>
                <a:off x="4768388" y="3806994"/>
                <a:ext cx="521548" cy="521547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sp>
            <p:nvSpPr>
              <p:cNvPr id="133" name="직사각형 132">
                <a:extLst>
                  <a:ext uri="{FF2B5EF4-FFF2-40B4-BE49-F238E27FC236}">
                    <a16:creationId xmlns:a16="http://schemas.microsoft.com/office/drawing/2014/main" id="{1A03916A-0A96-10D9-4844-D45D3523F322}"/>
                  </a:ext>
                </a:extLst>
              </p:cNvPr>
              <p:cNvSpPr/>
              <p:nvPr/>
            </p:nvSpPr>
            <p:spPr>
              <a:xfrm>
                <a:off x="5289939" y="2769311"/>
                <a:ext cx="1564642" cy="1559230"/>
              </a:xfrm>
              <a:prstGeom prst="rect">
                <a:avLst/>
              </a:prstGeom>
              <a:solidFill>
                <a:srgbClr val="FF0000">
                  <a:alpha val="19000"/>
                </a:srgbClr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93391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1185</TotalTime>
  <Words>22</Words>
  <Application>Microsoft Office PowerPoint</Application>
  <PresentationFormat>와이드스크린</PresentationFormat>
  <Paragraphs>10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10" baseType="lpstr">
      <vt:lpstr>나눔스퀘어OTF ExtraBold</vt:lpstr>
      <vt:lpstr>나눔스퀘어OTF_ac ExtraBold</vt:lpstr>
      <vt:lpstr>Arial</vt:lpstr>
      <vt:lpstr>나눔스퀘어OTF_ac Bold</vt:lpstr>
      <vt:lpstr>맑은 고딕</vt:lpstr>
      <vt:lpstr>나눔스퀘어OTF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애플 움냠냐</dc:creator>
  <cp:lastModifiedBy>애플 움냠냐</cp:lastModifiedBy>
  <cp:revision>50</cp:revision>
  <dcterms:created xsi:type="dcterms:W3CDTF">2025-12-29T00:10:45Z</dcterms:created>
  <dcterms:modified xsi:type="dcterms:W3CDTF">2026-01-08T06:26:01Z</dcterms:modified>
</cp:coreProperties>
</file>